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field you never collected cannot leak, cannot be subpoenaed, cannot be sold in a breach, cannot end up in a prompt, and needs no retention rule. That asymmetry is why this lesson comes before the assessment instead of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clearest published statement of the idea, from the GDPR's Article five, which is why this course uses them as a design checklist even though the GDPR does not govern your school. Most forms have fields on them because somebody thought they might be interesting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policy that says we minimize data is a sentence. This is the same idea as a program. The list is per purpose, not per program, which is purpose limitation expressed as a data structure. And the empty list is the course rule as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 is still correct. That is the argument for minimization in one line of output: the job got done with one field, and every other field would have been a field at risk for no benefit. The route count is the purpose that looks too small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security decision in the lab and the self-check tests for it. A permissive default at the data layer is the most durable design mistake in this whole module, because the next team inherits it and builds everything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third line. Grade and route together identify nobody. Add one more ordinary field and every single record is unique. No name, no ID, no address, no birthday anywhere in those groupings.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school, everybody knows a few facts about everybody. We removed the names is not an answer and it is not evidence. If somebody claims data is anonymous, that claim has to be measured, every time, and the burden is on whoever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reads as empty work because a refusal leaves nothing behind. Write it down, or in six months somebody adds the field back and nobody remembers why it was out. And section eleven has to make a call, in one of three exact wordings.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team where the data lives and they say the database. None of these are in the database that the retention policy was written about. Derived material is the answer to how did this still exist two years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errors and this design would pass a demo. Four problems. The whole record is in the prompt. In case we want it later is the purpose limitation failure word for word. Stripping names is the anonymization failure you disproved two slides ago. And the data layer decision will outlive everybody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lab, ten checks. Build two is section six of your own assessment, which is the section that separates a real assessment from a filled-in form. Every field you considered and rejected, with a reason each. Nobody will see the counselor note you did not send. Write it down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1.png"/><Relationship Id="rId8" Type="http://schemas.openxmlformats.org/officeDocument/2006/relationships/image" Target="../media/image-11-2.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Data Minimization, and the Assessment You Write Before You Build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control cannot be misconfigured</a:t>
            </a:r>
            <a:endParaRPr lang="en-US" sz="3700" dirty="0"/>
          </a:p>
        </p:txBody>
      </p:sp>
      <p:sp>
        <p:nvSpPr>
          <p:cNvPr id="4" name="Shape 1"/>
          <p:cNvSpPr/>
          <p:nvPr/>
        </p:nvSpPr>
        <p:spPr>
          <a:xfrm>
            <a:off x="5233360"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Encryption, access control, logging, audits, retention</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All real, all necessary, all able to fail</a:t>
            </a:r>
            <a:endParaRPr lang="en-US" sz="1850" dirty="0"/>
          </a:p>
        </p:txBody>
      </p:sp>
      <p:sp>
        <p:nvSpPr>
          <p:cNvPr id="8" name="Shape 5"/>
          <p:cNvSpPr/>
          <p:nvPr/>
        </p:nvSpPr>
        <p:spPr>
          <a:xfrm>
            <a:off x="5233360"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Each one needs somebody doing it right forever</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Except the one where you never held the field</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ideas, one checklist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3189605"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Purpose limitation</a:t>
            </a:r>
            <a:endParaRPr lang="en-US" sz="1850" dirty="0"/>
          </a:p>
        </p:txBody>
      </p:sp>
      <p:sp>
        <p:nvSpPr>
          <p:cNvPr id="6" name="Text 3"/>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Write the purpose down first</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8" name="Text 4"/>
          <p:cNvSpPr/>
          <p:nvPr/>
        </p:nvSpPr>
        <p:spPr>
          <a:xfrm>
            <a:off x="8718530"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Data minimisation</a:t>
            </a:r>
            <a:endParaRPr lang="en-US" sz="1850" dirty="0"/>
          </a:p>
        </p:txBody>
      </p:sp>
      <p:sp>
        <p:nvSpPr>
          <p:cNvPr id="10" name="Text 6"/>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Adequate, relevant, limited</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2" name="Text 7"/>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Storage limitation</a:t>
            </a:r>
            <a:endParaRPr lang="en-US" sz="1850" dirty="0"/>
          </a:p>
        </p:txBody>
      </p:sp>
      <p:sp>
        <p:nvSpPr>
          <p:cNvPr id="14" name="Text 9"/>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Deletion is a feature you build</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6" name="Text 10"/>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7" name="Text 11"/>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field</a:t>
            </a:r>
            <a:endParaRPr lang="en-US" sz="1850" dirty="0"/>
          </a:p>
        </p:txBody>
      </p:sp>
      <p:sp>
        <p:nvSpPr>
          <p:cNvPr id="18" name="Text 12"/>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field on a form was somebody's decision</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Minimization as a data structure</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PURPOSES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"attendance_letter": ["student_id", "first_name", "last_name",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"guardian_name", "guardian_email",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"absences_this_term"],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"bus_route_count": ["bus_route"],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"ai_hint_request":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Sixteen fields in, one field out</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Fields the roster carries: 16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attendance_letter: 6 field(s)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bus_route_count: 1 field(s)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ai_hint_request: 0 field(s)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Riders per route, from records holding one field each: {'12': 3, '7': 2}</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0005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Fail closed, not open</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080022"/>
            <a:ext cx="283461" cy="283468"/>
          </a:xfrm>
          <a:prstGeom prst="rect">
            <a:avLst/>
          </a:prstGeom>
        </p:spPr>
      </p:pic>
      <p:sp>
        <p:nvSpPr>
          <p:cNvPr id="5" name="Text 1"/>
          <p:cNvSpPr/>
          <p:nvPr/>
        </p:nvSpPr>
        <p:spPr>
          <a:xfrm>
            <a:off x="5847608" y="207416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 unknown purpose raises instead of returning everything</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048595"/>
            <a:ext cx="283461" cy="283468"/>
          </a:xfrm>
          <a:prstGeom prst="rect">
            <a:avLst/>
          </a:prstGeom>
        </p:spPr>
      </p:pic>
      <p:sp>
        <p:nvSpPr>
          <p:cNvPr id="7" name="Text 2"/>
          <p:cNvSpPr/>
          <p:nvPr/>
        </p:nvSpPr>
        <p:spPr>
          <a:xfrm>
            <a:off x="5847608" y="304274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Returning everything would be shorter</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3999508"/>
            <a:ext cx="283461" cy="283468"/>
          </a:xfrm>
          <a:prstGeom prst="rect">
            <a:avLst/>
          </a:prstGeom>
        </p:spPr>
      </p:pic>
      <p:sp>
        <p:nvSpPr>
          <p:cNvPr id="9" name="Text 3"/>
          <p:cNvSpPr/>
          <p:nvPr/>
        </p:nvSpPr>
        <p:spPr>
          <a:xfrm>
            <a:off x="5847608" y="399365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every future typo would get the whole record</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4968081"/>
            <a:ext cx="283461" cy="283468"/>
          </a:xfrm>
          <a:prstGeom prst="rect">
            <a:avLst/>
          </a:prstGeom>
        </p:spPr>
      </p:pic>
      <p:sp>
        <p:nvSpPr>
          <p:cNvPr id="11" name="Text 4"/>
          <p:cNvSpPr/>
          <p:nvPr/>
        </p:nvSpPr>
        <p:spPr>
          <a:xfrm>
            <a:off x="5847608" y="496222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Loud on the first run beats quiet forever</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names are gone. Is anybody anonymous</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grade                                 0 of 5 alone in their group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grade + bus_route                     0 of 5 alone in their group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grade + bus_route + meal_status       5 of 5 alone in their group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grade + bus_route + meal + services    5 of 5 alone in their group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5930"/>
            <a:ext cx="6923410" cy="3923308"/>
          </a:xfrm>
          <a:prstGeom prst="rect">
            <a:avLst/>
          </a:prstGeom>
        </p:spPr>
      </p:pic>
      <p:sp>
        <p:nvSpPr>
          <p:cNvPr id="3" name="Text 0"/>
          <p:cNvSpPr/>
          <p:nvPr/>
        </p:nvSpPr>
        <p:spPr>
          <a:xfrm>
            <a:off x="7994648" y="772220"/>
            <a:ext cx="3541822"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Quasi-identifiers</a:t>
            </a:r>
            <a:endParaRPr lang="en-US" sz="32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94648" y="1968401"/>
            <a:ext cx="3541822" cy="885627"/>
          </a:xfrm>
          <a:prstGeom prst="rect">
            <a:avLst/>
          </a:prstGeom>
        </p:spPr>
      </p:pic>
      <p:sp>
        <p:nvSpPr>
          <p:cNvPr id="5" name="Text 1"/>
          <p:cNvSpPr/>
          <p:nvPr/>
        </p:nvSpPr>
        <p:spPr>
          <a:xfrm>
            <a:off x="8255190" y="2152749"/>
            <a:ext cx="3096937"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Fields that identify nobody alone</a:t>
            </a:r>
            <a:endParaRPr lang="en-US" sz="16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4648" y="2998688"/>
            <a:ext cx="3541822" cy="885627"/>
          </a:xfrm>
          <a:prstGeom prst="rect">
            <a:avLst/>
          </a:prstGeom>
        </p:spPr>
      </p:pic>
      <p:sp>
        <p:nvSpPr>
          <p:cNvPr id="7" name="Text 2"/>
          <p:cNvSpPr/>
          <p:nvPr/>
        </p:nvSpPr>
        <p:spPr>
          <a:xfrm>
            <a:off x="8255190" y="3183037"/>
            <a:ext cx="3096937"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And somebody in combination</a:t>
            </a:r>
            <a:endParaRPr lang="en-US" sz="16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4648" y="4028976"/>
            <a:ext cx="3541822" cy="885627"/>
          </a:xfrm>
          <a:prstGeom prst="rect">
            <a:avLst/>
          </a:prstGeom>
        </p:spPr>
      </p:pic>
      <p:sp>
        <p:nvSpPr>
          <p:cNvPr id="9" name="Text 3"/>
          <p:cNvSpPr/>
          <p:nvPr/>
        </p:nvSpPr>
        <p:spPr>
          <a:xfrm>
            <a:off x="8255190" y="4213324"/>
            <a:ext cx="3096937"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Anybody who knows a few facts can find the row</a:t>
            </a:r>
            <a:endParaRPr lang="en-US" sz="16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94648" y="5059263"/>
            <a:ext cx="3541822" cy="885627"/>
          </a:xfrm>
          <a:prstGeom prst="rect">
            <a:avLst/>
          </a:prstGeom>
        </p:spPr>
      </p:pic>
      <p:sp>
        <p:nvSpPr>
          <p:cNvPr id="11" name="Text 4"/>
          <p:cNvSpPr/>
          <p:nvPr/>
        </p:nvSpPr>
        <p:spPr>
          <a:xfrm>
            <a:off x="8255190" y="5243612"/>
            <a:ext cx="3096937"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And that row holds the services plan</a:t>
            </a:r>
            <a:endParaRPr lang="en-US" sz="16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6678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two sections that carry the document</a:t>
            </a:r>
            <a:endParaRPr lang="en-US" sz="3700" dirty="0"/>
          </a:p>
        </p:txBody>
      </p:sp>
      <p:sp>
        <p:nvSpPr>
          <p:cNvPr id="3" name="Shape 1"/>
          <p:cNvSpPr/>
          <p:nvPr/>
        </p:nvSpPr>
        <p:spPr>
          <a:xfrm>
            <a:off x="661475" y="3326110"/>
            <a:ext cx="10868745" cy="1127224"/>
          </a:xfrm>
          <a:prstGeom prst="roundRect">
            <a:avLst>
              <a:gd name="adj" fmla="val 7043"/>
            </a:avLst>
          </a:prstGeom>
          <a:solidFill>
            <a:srgbClr val="D1E5FA"/>
          </a:solidFill>
          <a:ln w="19050">
            <a:solidFill>
              <a:srgbClr val="B7CBE0"/>
            </a:solidFill>
            <a:prstDash val="solid"/>
          </a:ln>
        </p:spPr>
      </p:sp>
      <p:sp>
        <p:nvSpPr>
          <p:cNvPr id="4" name="Shape 2"/>
          <p:cNvSpPr/>
          <p:nvPr/>
        </p:nvSpPr>
        <p:spPr>
          <a:xfrm>
            <a:off x="680524" y="3345160"/>
            <a:ext cx="5415323" cy="1089124"/>
          </a:xfrm>
          <a:custGeom>
            <a:avLst/>
            <a:gdLst/>
            <a:ahLst/>
            <a:cxnLst/>
            <a:rect l="l" t="t" r="r" b="b"/>
            <a:pathLst>
              <a:path w="5415323" h="1089124">
                <a:moveTo>
                  <a:pt x="66156" y="0"/>
                </a:moveTo>
                <a:lnTo>
                  <a:pt x="5415323" y="0"/>
                </a:lnTo>
                <a:lnTo>
                  <a:pt x="5415323" y="1089124"/>
                </a:lnTo>
                <a:lnTo>
                  <a:pt x="66156" y="1089124"/>
                </a:lnTo>
                <a:arcTo hR="66158" wR="66156" stAng="5400000" swAng="5400000"/>
                <a:lnTo>
                  <a:pt x="0" y="66158"/>
                </a:lnTo>
                <a:arcTo hR="66158" wR="66156" stAng="10800000" swAng="5400000"/>
                <a:close/>
              </a:path>
            </a:pathLst>
          </a:custGeom>
          <a:solidFill>
            <a:srgbClr val="D1E5FA"/>
          </a:solidFill>
          <a:ln/>
        </p:spPr>
      </p:sp>
      <p:sp>
        <p:nvSpPr>
          <p:cNvPr id="5" name="Text 3"/>
          <p:cNvSpPr/>
          <p:nvPr/>
        </p:nvSpPr>
        <p:spPr>
          <a:xfrm>
            <a:off x="869531" y="3534172"/>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Section 6</a:t>
            </a:r>
            <a:endParaRPr lang="en-US" sz="1850" dirty="0"/>
          </a:p>
        </p:txBody>
      </p:sp>
      <p:sp>
        <p:nvSpPr>
          <p:cNvPr id="6" name="Text 4"/>
          <p:cNvSpPr/>
          <p:nvPr/>
        </p:nvSpPr>
        <p:spPr>
          <a:xfrm>
            <a:off x="869531" y="3942854"/>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this feature refuses to collect</a:t>
            </a:r>
            <a:endParaRPr lang="en-US" sz="1450" dirty="0"/>
          </a:p>
        </p:txBody>
      </p:sp>
      <p:sp>
        <p:nvSpPr>
          <p:cNvPr id="7" name="Shape 5"/>
          <p:cNvSpPr/>
          <p:nvPr/>
        </p:nvSpPr>
        <p:spPr>
          <a:xfrm>
            <a:off x="6095848" y="3345160"/>
            <a:ext cx="5415323" cy="1089124"/>
          </a:xfrm>
          <a:custGeom>
            <a:avLst/>
            <a:gdLst/>
            <a:ahLst/>
            <a:cxnLst/>
            <a:rect l="l" t="t" r="r" b="b"/>
            <a:pathLst>
              <a:path w="5415323" h="1089124">
                <a:moveTo>
                  <a:pt x="0" y="0"/>
                </a:moveTo>
                <a:lnTo>
                  <a:pt x="5349167" y="0"/>
                </a:lnTo>
                <a:arcTo hR="66158" wR="66156" stAng="16200000" swAng="5400000"/>
                <a:lnTo>
                  <a:pt x="5415323" y="1022966"/>
                </a:lnTo>
                <a:arcTo hR="66158" wR="66156" stAng="0" swAng="5400000"/>
                <a:lnTo>
                  <a:pt x="0" y="1089124"/>
                </a:lnTo>
                <a:lnTo>
                  <a:pt x="0" y="0"/>
                </a:lnTo>
                <a:close/>
              </a:path>
            </a:pathLst>
          </a:custGeom>
          <a:solidFill>
            <a:srgbClr val="D1E5FA"/>
          </a:solidFill>
          <a:ln/>
        </p:spPr>
      </p:sp>
      <p:sp>
        <p:nvSpPr>
          <p:cNvPr id="8" name="Shape 6"/>
          <p:cNvSpPr/>
          <p:nvPr/>
        </p:nvSpPr>
        <p:spPr>
          <a:xfrm>
            <a:off x="6095848" y="3345160"/>
            <a:ext cx="25399" cy="1089124"/>
          </a:xfrm>
          <a:prstGeom prst="roundRect">
            <a:avLst>
              <a:gd name="adj" fmla="val 50001"/>
            </a:avLst>
          </a:prstGeom>
          <a:solidFill>
            <a:srgbClr val="B7CBE0"/>
          </a:solidFill>
          <a:ln/>
        </p:spPr>
      </p:sp>
      <p:sp>
        <p:nvSpPr>
          <p:cNvPr id="9" name="Text 7"/>
          <p:cNvSpPr/>
          <p:nvPr/>
        </p:nvSpPr>
        <p:spPr>
          <a:xfrm>
            <a:off x="6284854" y="3534172"/>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Section 11</a:t>
            </a:r>
            <a:endParaRPr lang="en-US" sz="1850" dirty="0"/>
          </a:p>
        </p:txBody>
      </p:sp>
      <p:sp>
        <p:nvSpPr>
          <p:cNvPr id="10" name="Text 8"/>
          <p:cNvSpPr/>
          <p:nvPr/>
        </p:nvSpPr>
        <p:spPr>
          <a:xfrm>
            <a:off x="6284854" y="3942854"/>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recommendation and every UNKNOWN</a:t>
            </a:r>
            <a:endParaRPr lang="en-US" sz="1450" dirty="0"/>
          </a:p>
        </p:txBody>
      </p:sp>
      <p:sp>
        <p:nvSpPr>
          <p:cNvPr id="11" name="Text 9"/>
          <p:cNvSpPr/>
          <p:nvPr/>
        </p:nvSpPr>
        <p:spPr>
          <a:xfrm>
            <a:off x="661475" y="4665960"/>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Anybody can list the fields they collected. Listing what you rejected proves a decision happened.</a:t>
            </a:r>
            <a:endParaRPr lang="en-US" sz="1450" dirty="0"/>
          </a:p>
        </p:txBody>
      </p:sp>
      <p:sp>
        <p:nvSpPr>
          <p:cNvPr id="12"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retention plans actually fail</a:t>
            </a:r>
            <a:endParaRPr lang="en-US" sz="3700" dirty="0"/>
          </a:p>
        </p:txBody>
      </p:sp>
      <p:sp>
        <p:nvSpPr>
          <p:cNvPr id="4" name="Shape 1"/>
          <p:cNvSpPr/>
          <p:nvPr/>
        </p:nvSpPr>
        <p:spPr>
          <a:xfrm>
            <a:off x="661475"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Draft files on a workstation</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Application logs, and the model server's own log</a:t>
            </a:r>
            <a:endParaRPr lang="en-US" sz="1850" dirty="0"/>
          </a:p>
        </p:txBody>
      </p:sp>
      <p:sp>
        <p:nvSpPr>
          <p:cNvPr id="8" name="Shape 5"/>
          <p:cNvSpPr/>
          <p:nvPr/>
        </p:nvSpPr>
        <p:spPr>
          <a:xfrm>
            <a:off x="661475"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Cached responses and one-off exports</a:t>
            </a:r>
            <a:endParaRPr lang="en-US" sz="1850" dirty="0"/>
          </a:p>
        </p:txBody>
      </p:sp>
      <p:sp>
        <p:nvSpPr>
          <p:cNvPr id="10" name="Shape 7"/>
          <p:cNvSpPr/>
          <p:nvPr/>
        </p:nvSpPr>
        <p:spPr>
          <a:xfrm>
            <a:off x="661475"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Backups, which exist to outlive deletion</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design note that works and is wrong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5339820" cy="1019373"/>
          </a:xfrm>
          <a:prstGeom prst="rect">
            <a:avLst/>
          </a:prstGeom>
        </p:spPr>
      </p:pic>
      <p:sp>
        <p:nvSpPr>
          <p:cNvPr id="4" name="Text 1"/>
          <p:cNvSpPr/>
          <p:nvPr/>
        </p:nvSpPr>
        <p:spPr>
          <a:xfrm>
            <a:off x="977479" y="2952452"/>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Pull the full record, we already have access</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38041"/>
            <a:ext cx="5339919" cy="1019373"/>
          </a:xfrm>
          <a:prstGeom prst="rect">
            <a:avLst/>
          </a:prstGeom>
        </p:spPr>
      </p:pic>
      <p:sp>
        <p:nvSpPr>
          <p:cNvPr id="6" name="Text 2"/>
          <p:cNvSpPr/>
          <p:nvPr/>
        </p:nvSpPr>
        <p:spPr>
          <a:xfrm>
            <a:off x="6506305" y="2952452"/>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Pass it to the model with the template</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019373"/>
          </a:xfrm>
          <a:prstGeom prst="rect">
            <a:avLst/>
          </a:prstGeom>
        </p:spPr>
      </p:pic>
      <p:sp>
        <p:nvSpPr>
          <p:cNvPr id="8" name="Text 3"/>
          <p:cNvSpPr/>
          <p:nvPr/>
        </p:nvSpPr>
        <p:spPr>
          <a:xfrm>
            <a:off x="977479" y="4160838"/>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 case we want personalization later</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019373"/>
          </a:xfrm>
          <a:prstGeom prst="rect">
            <a:avLst/>
          </a:prstGeom>
        </p:spPr>
      </p:pic>
      <p:sp>
        <p:nvSpPr>
          <p:cNvPr id="10" name="Text 4"/>
          <p:cNvSpPr/>
          <p:nvPr/>
        </p:nvSpPr>
        <p:spPr>
          <a:xfrm>
            <a:off x="6506305" y="4160838"/>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Strip names before logging</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5233360"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5233360" y="2246709"/>
            <a:ext cx="6296860" cy="25400"/>
          </a:xfrm>
          <a:prstGeom prst="rect">
            <a:avLst/>
          </a:prstGeom>
          <a:solidFill>
            <a:srgbClr val="57A1EB"/>
          </a:solidFill>
          <a:ln/>
        </p:spPr>
      </p:sp>
      <p:sp>
        <p:nvSpPr>
          <p:cNvPr id="6" name="Text 3"/>
          <p:cNvSpPr/>
          <p:nvPr/>
        </p:nvSpPr>
        <p:spPr>
          <a:xfrm>
            <a:off x="5233360"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Fill the field list for three purposes</a:t>
            </a:r>
            <a:endParaRPr lang="en-US" sz="1800" dirty="0"/>
          </a:p>
        </p:txBody>
      </p:sp>
      <p:sp>
        <p:nvSpPr>
          <p:cNvPr id="7" name="Text 4"/>
          <p:cNvSpPr/>
          <p:nvPr/>
        </p:nvSpPr>
        <p:spPr>
          <a:xfrm>
            <a:off x="5233360"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5233360" y="3275409"/>
            <a:ext cx="6296860" cy="25400"/>
          </a:xfrm>
          <a:prstGeom prst="rect">
            <a:avLst/>
          </a:prstGeom>
          <a:solidFill>
            <a:srgbClr val="57A1EB"/>
          </a:solidFill>
          <a:ln/>
        </p:spPr>
      </p:sp>
      <p:sp>
        <p:nvSpPr>
          <p:cNvPr id="9" name="Text 6"/>
          <p:cNvSpPr/>
          <p:nvPr/>
        </p:nvSpPr>
        <p:spPr>
          <a:xfrm>
            <a:off x="5233360"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Make the unknown purpose refuse</a:t>
            </a:r>
            <a:endParaRPr lang="en-US" sz="1800" dirty="0"/>
          </a:p>
        </p:txBody>
      </p:sp>
      <p:sp>
        <p:nvSpPr>
          <p:cNvPr id="10" name="Text 7"/>
          <p:cNvSpPr/>
          <p:nvPr/>
        </p:nvSpPr>
        <p:spPr>
          <a:xfrm>
            <a:off x="5233360"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5233360" y="4304109"/>
            <a:ext cx="6296860" cy="25400"/>
          </a:xfrm>
          <a:prstGeom prst="rect">
            <a:avLst/>
          </a:prstGeom>
          <a:solidFill>
            <a:srgbClr val="57A1EB"/>
          </a:solidFill>
          <a:ln/>
        </p:spPr>
      </p:sp>
      <p:sp>
        <p:nvSpPr>
          <p:cNvPr id="12" name="Text 9"/>
          <p:cNvSpPr/>
          <p:nvPr/>
        </p:nvSpPr>
        <p:spPr>
          <a:xfrm>
            <a:off x="5233360" y="44463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Rewrite the log line and salt the reference</a:t>
            </a:r>
            <a:endParaRPr lang="en-US" sz="1800" dirty="0"/>
          </a:p>
        </p:txBody>
      </p:sp>
      <p:sp>
        <p:nvSpPr>
          <p:cNvPr id="13" name="Text 10"/>
          <p:cNvSpPr/>
          <p:nvPr/>
        </p:nvSpPr>
        <p:spPr>
          <a:xfrm>
            <a:off x="5233360" y="50470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5233360" y="5332809"/>
            <a:ext cx="6296860" cy="25400"/>
          </a:xfrm>
          <a:prstGeom prst="rect">
            <a:avLst/>
          </a:prstGeom>
          <a:solidFill>
            <a:srgbClr val="57A1EB"/>
          </a:solidFill>
          <a:ln/>
        </p:spPr>
      </p:sp>
      <p:sp>
        <p:nvSpPr>
          <p:cNvPr id="15" name="Text 12"/>
          <p:cNvSpPr/>
          <p:nvPr/>
        </p:nvSpPr>
        <p:spPr>
          <a:xfrm>
            <a:off x="5233360" y="54750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Write section 6 of your assessment: what you refused</a:t>
            </a:r>
            <a:endParaRPr lang="en-US" sz="18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2026-09-16T03:53:15Z</dcterms:created>
  <dcterms:modified xsi:type="dcterms:W3CDTF">2026-09-16T03:53:15Z</dcterms:modified>
</cp:coreProperties>
</file>