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milestone from a real submission shape. Service complete. It has no test attached, so nobody can ever tell you it is not done, so on any given day it is ninety percent done and it stays there. A milestone you can only describe is not a milestone. A milestone is something you can point at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different documents because they get read at different times by people in different moods. The implementation plan is read on a good day when you are deciding what to do next. The contingency plan is read on a bad day by somebody who is already behind, and in this module there is a real chance that person is your partner while you are at BPA Regional.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and each one has a test. Before you start is checking, not work, and every item has a yes or no answer. Five milestones at most. One owner and one named backup for every piece. And finished means a command somebody who is not you can run, which is the part that makes all the rest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six is the one teams skip and it costs the most. A team that starts building before it has written down its result shape builds two different programs and finds out on Thursday. Item eight matters for this module specifically, because one of you may be gone for most of Week fourteen and a team with one working machine has no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order of the milestones. The service comes before the client, and that is deliberate. A C sharp program written against a service that does not exist yet is written against what you imagine the service will send, and what you imagine is always the happy path. Build the layer that deals with mess first and the client has something real to disappoint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contingency plan that actually gets used, and you write it in Week thirteen because in Week fifteen you are too invested to cut anything. One task end to end demonstrates everything the exit criteria ask for. Two half finished tasks demonstrate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more important half of the cut list. These five are what the exit criteria are written against. A program that only works when everything works is not the assignment, and it is not what you are being graded on, so the feature you want to save is never worth the failure handling you would trade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 came off a real submission shape. Each milestone is finished when the developer is satisfied it works on their machine. The developer is always satisfied. That is why they stopped working on it. Finished has to be something a person who is not you can check without asking you a question, which is exactly what the acceptance procedure in the reference implementation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get written at the end when you are tired, and both can be filled with sentences that are perfectly true and commit you to nothing. Non essential features are cut first is true. It is also useless, because on Thursday of Week fifteen every feature feels essential and the document does not name any of them. A plan that names nothing decides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your implementation plan, build two is your contingency plan, and there is one rule for both. Every row names a command, a file, a person, or a number. If a row has none of those four in it, it is a sentence about planning rather than a plan, and I will hand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Implementation Plan and the Contingency Plan</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"Service complete" has been 90 percent done for a week</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has no test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it can never fail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it never finishes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milestone you cannot point at is not a milestone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documents, read on two different days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Implementation plan: read on a good day, deciding what is next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Contingency plan: read on a bad day, by somebody behind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possibly by somebody who is not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why they are separate documents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parts, and the test for each</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Before you start   checks not work       every item is a yes or no command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Milestones         five or fewer         you can point at it in a minute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Who does what      one owner, one backup no piece has two owners or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you know       a command they run    "works on my machine" is not on it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item every team skips</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6  You know your task and your result shape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check:  written in one sentence each, in the decision log</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if not: you are not ready to start. Go back to the IPO chart.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8  Both people can run everything on their own machine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if not: fix it now. A team with one working machine has no backup.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 the messy layer first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M3, the service answers, comes before M4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client written against a service that does not exist yet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gets written against what you imagine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what you imagine is always the happy path</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cut list, ordered, written in Week 13</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  the second task. Ship one, done properly.</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extra fields in your result shape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retries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batch mode over a file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  anything that demos well and does nothing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And the half that does the real work</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never cut: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four distinct failure messages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fallback, and saying out loud that an answer came from 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troubleshooting log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I/O specification and the dataflow diagram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commit at the end of every period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453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words that are the whole problem</a:t>
            </a:r>
            <a:endParaRPr lang="en-US" sz="3700" dirty="0"/>
          </a:p>
        </p:txBody>
      </p:sp>
      <p:sp>
        <p:nvSpPr>
          <p:cNvPr id="4" name="Text 1"/>
          <p:cNvSpPr/>
          <p:nvPr/>
        </p:nvSpPr>
        <p:spPr>
          <a:xfrm>
            <a:off x="5516821" y="3322737"/>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developer is satisfied that it works"</a:t>
            </a:r>
            <a:endParaRPr lang="en-US" sz="1450" dirty="0"/>
          </a:p>
        </p:txBody>
      </p:sp>
      <p:sp>
        <p:nvSpPr>
          <p:cNvPr id="5" name="Shape 2"/>
          <p:cNvSpPr/>
          <p:nvPr/>
        </p:nvSpPr>
        <p:spPr>
          <a:xfrm>
            <a:off x="5233360" y="3110111"/>
            <a:ext cx="25399" cy="727670"/>
          </a:xfrm>
          <a:prstGeom prst="roundRect">
            <a:avLst>
              <a:gd name="adj" fmla="val 50001"/>
            </a:avLst>
          </a:prstGeom>
          <a:solidFill>
            <a:srgbClr val="57A1EB"/>
          </a:solidFill>
          <a:ln/>
        </p:spPr>
      </p:sp>
      <p:sp>
        <p:nvSpPr>
          <p:cNvPr id="6" name="Text 3"/>
          <p:cNvSpPr/>
          <p:nvPr/>
        </p:nvSpPr>
        <p:spPr>
          <a:xfrm>
            <a:off x="5233360" y="4050407"/>
            <a:ext cx="6296860"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developer is always satisfied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why they stopped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Finished is checked by somebody who is not you</a:t>
            </a:r>
            <a:endParaRPr lang="en-US" sz="1450" dirty="0"/>
          </a:p>
        </p:txBody>
      </p:sp>
      <p:sp>
        <p:nvSpPr>
          <p:cNvPr id="7" name="Text 4"/>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both documents fill up with true, useless sentences</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Written at the end, when you are tired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sentence in them can be true and commit to nothing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"Non-essential features are cut first" is true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 Thursday every feature feels essential</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row names a command, a file, a person, or a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Five milestones, each with a test somebody else runs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owner and one named backup for every piece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ordered cut list, and the list you never cut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2026-09-16T04:13:46Z</dcterms:created>
  <dcterms:modified xsi:type="dcterms:W3CDTF">2026-09-16T04:13:46Z</dcterms:modified>
</cp:coreProperties>
</file>