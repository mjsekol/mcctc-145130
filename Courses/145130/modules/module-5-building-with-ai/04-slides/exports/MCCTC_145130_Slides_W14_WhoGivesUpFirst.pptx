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captured from this week's Gate two program. One practice note, two tasks, against a service whose model takes eight seconds. Twenty one point three seconds of wall clock time and no answer at all. The service had a perfectly good labelled fallback ready at eight seconds, twice, and the person at the terminal never saw either one. Here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clocks running in this system and most people only know about the one in their own code. The model is slow. The service has its own timeout and its own retry count. Your application has a timeout too, and probably one you typed because the number felt right. When these are set against each other wrongly, the symptom is not an error. It is a person staring at 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line down. Your application has to wait longer than the service's own worst case, and the worst case is not the timeout. It is the timeout multiplied by the number of attempts. At the anchor stack defaults that is forty seconds, so a client at thirty gives up first every single time the model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settings. For each one write down two things: how long the person waits, and what they see at the end. Take ninety seconds. Do not guess, do the arithmetic. I am going to show you all three captured from a real run and I want you to have committed to an answer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point three seconds is two attempts at three seconds each. The client's forty five was never close to being tested. The person waits six seconds and gets a labelled fallback, and knows exactly where it came from. That is not a failure. That is the whole design doing its job on a day the model could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blames the model. The model was fine. The service was about to hand over an answer and this program gave up first, twice, and then retried on its own, which is how five seconds turned into twenty one. You threw away a good answer by being impatient, and then you printed a message that points at the wrong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hit a timeout they raise retries, and that is backwards. Retrying a malformed body gets you the same malformed body and costs another twenty seconds. And every retry multiplies the worst case, which makes your client more likely to give up first, not less. The fix for a timeout is almost always a longer wait upstream, not more attempts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health endpoint already reports the service's timeout and its retry count. So ask for them, do the multiplication, and compare. Six lines, and the failure that used to take twenty one seconds of silence to find now takes one command. This is the cheapest thing in the whole module and almost nobody writes it unprompted.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seconds is a completely sensible number in every other program you have written. You have two years of instinct saying it is generous, and all of it is wrong here, because there is a language model in the path and a local model on lab hardware is slow in a way nothing else you have called is slow. Never type a timeout as a number that feels good. Write it as arithmetic on the number below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you find your own two numbers, write the arithmetic in a comment beside each of them, and add the comparison to your health command. Then you start your model layer in slow mode on purpose and watch your own program either wait properly or give up first. Do not skip the second half. Reading the numbers is not the same as seeing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Who Gives Up First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Twenty-one seconds of waiting, and no answer at all</a:t>
            </a:r>
            <a:endParaRPr lang="en-US" sz="3700" dirty="0"/>
          </a:p>
        </p:txBody>
      </p:sp>
      <p:sp>
        <p:nvSpPr>
          <p:cNvPr id="4" name="Text 1"/>
          <p:cNvSpPr/>
          <p:nvPr/>
        </p:nvSpPr>
        <p:spPr>
          <a:xfrm>
            <a:off x="661475"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note, two tasks, a slow model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service had a good answer ready at eight seconds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Twice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ever saw it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5344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There are three clocks and you know about one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12765"/>
            <a:ext cx="5339820" cy="1139924"/>
          </a:xfrm>
          <a:prstGeom prst="rect">
            <a:avLst/>
          </a:prstGeom>
        </p:spPr>
      </p:pic>
      <p:sp>
        <p:nvSpPr>
          <p:cNvPr id="4" name="Text 1"/>
          <p:cNvSpPr/>
          <p:nvPr/>
        </p:nvSpPr>
        <p:spPr>
          <a:xfrm>
            <a:off x="977479" y="3127177"/>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model</a:t>
            </a:r>
            <a:endParaRPr lang="en-US" sz="1850" dirty="0"/>
          </a:p>
        </p:txBody>
      </p:sp>
      <p:sp>
        <p:nvSpPr>
          <p:cNvPr id="5" name="Text 2"/>
          <p:cNvSpPr/>
          <p:nvPr/>
        </p:nvSpPr>
        <p:spPr>
          <a:xfrm>
            <a:off x="977479" y="3535859"/>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model takes as long as it takes</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912765"/>
            <a:ext cx="5339919" cy="1139924"/>
          </a:xfrm>
          <a:prstGeom prst="rect">
            <a:avLst/>
          </a:prstGeom>
        </p:spPr>
      </p:pic>
      <p:sp>
        <p:nvSpPr>
          <p:cNvPr id="7" name="Text 3"/>
          <p:cNvSpPr/>
          <p:nvPr/>
        </p:nvSpPr>
        <p:spPr>
          <a:xfrm>
            <a:off x="6506305" y="3127177"/>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service</a:t>
            </a:r>
            <a:endParaRPr lang="en-US" sz="1850" dirty="0"/>
          </a:p>
        </p:txBody>
      </p:sp>
      <p:sp>
        <p:nvSpPr>
          <p:cNvPr id="8" name="Text 4"/>
          <p:cNvSpPr/>
          <p:nvPr/>
        </p:nvSpPr>
        <p:spPr>
          <a:xfrm>
            <a:off x="6506305" y="3535859"/>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service has a timeout and a retry policy</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241701"/>
            <a:ext cx="5339820" cy="1139924"/>
          </a:xfrm>
          <a:prstGeom prst="rect">
            <a:avLst/>
          </a:prstGeom>
        </p:spPr>
      </p:pic>
      <p:sp>
        <p:nvSpPr>
          <p:cNvPr id="10" name="Text 5"/>
          <p:cNvSpPr/>
          <p:nvPr/>
        </p:nvSpPr>
        <p:spPr>
          <a:xfrm>
            <a:off x="977479" y="4456113"/>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application</a:t>
            </a:r>
            <a:endParaRPr lang="en-US" sz="1850" dirty="0"/>
          </a:p>
        </p:txBody>
      </p:sp>
      <p:sp>
        <p:nvSpPr>
          <p:cNvPr id="11" name="Text 6"/>
          <p:cNvSpPr/>
          <p:nvPr/>
        </p:nvSpPr>
        <p:spPr>
          <a:xfrm>
            <a:off x="977479" y="4864795"/>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Your application has a timeout of its own</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241701"/>
            <a:ext cx="5339919" cy="1139924"/>
          </a:xfrm>
          <a:prstGeom prst="rect">
            <a:avLst/>
          </a:prstGeom>
        </p:spPr>
      </p:pic>
      <p:sp>
        <p:nvSpPr>
          <p:cNvPr id="13" name="Text 7"/>
          <p:cNvSpPr/>
          <p:nvPr/>
        </p:nvSpPr>
        <p:spPr>
          <a:xfrm>
            <a:off x="6506305" y="4456113"/>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consequence</a:t>
            </a:r>
            <a:endParaRPr lang="en-US" sz="1850" dirty="0"/>
          </a:p>
        </p:txBody>
      </p:sp>
      <p:sp>
        <p:nvSpPr>
          <p:cNvPr id="14" name="Text 8"/>
          <p:cNvSpPr/>
          <p:nvPr/>
        </p:nvSpPr>
        <p:spPr>
          <a:xfrm>
            <a:off x="6506305" y="4864795"/>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Set them wrong and the symptom is silence</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rule, and the arithmetic</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service worst case = model timeout x (retries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20 s timeout, 1 retry   -&gt;  40 s worst case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your client at 30 s     -&gt;  you give up first, every time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your client at 45 s     -&gt;  you get the labelled fallback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Work these three out before I show you</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model takes   service timeout   retries   client timeout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8 s            20 s            1          30 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        8 s             3 s            1          45 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        8 s             5 s            1           5 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9009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Setting B is the system working correctly</a:t>
            </a:r>
            <a:endParaRPr lang="en-US" sz="3700" dirty="0"/>
          </a:p>
        </p:txBody>
      </p:sp>
      <p:sp>
        <p:nvSpPr>
          <p:cNvPr id="4" name="Shape 1"/>
          <p:cNvSpPr/>
          <p:nvPr/>
        </p:nvSpPr>
        <p:spPr>
          <a:xfrm>
            <a:off x="661475" y="3154859"/>
            <a:ext cx="6296860" cy="1890117"/>
          </a:xfrm>
          <a:prstGeom prst="roundRect">
            <a:avLst>
              <a:gd name="adj" fmla="val 4200"/>
            </a:avLst>
          </a:prstGeom>
          <a:solidFill>
            <a:srgbClr val="F2F2F2"/>
          </a:solidFill>
          <a:ln/>
        </p:spPr>
      </p:sp>
      <p:sp>
        <p:nvSpPr>
          <p:cNvPr id="5" name="Text 2"/>
          <p:cNvSpPr/>
          <p:nvPr/>
        </p:nvSpPr>
        <p:spPr>
          <a:xfrm>
            <a:off x="888283" y="3343870"/>
            <a:ext cx="5843243"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[classify] from FALLBACK, not the model in 6297 ms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why: timeout: no answer from the model within 3 seconds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label: network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note:  No model answer. A keyword rule in the service matched 'wifi'.</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53888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Setting C threw the answer away</a:t>
            </a:r>
            <a:endParaRPr lang="en-US" sz="3700" dirty="0"/>
          </a:p>
        </p:txBody>
      </p:sp>
      <p:sp>
        <p:nvSpPr>
          <p:cNvPr id="4" name="Shape 1"/>
          <p:cNvSpPr/>
          <p:nvPr/>
        </p:nvSpPr>
        <p:spPr>
          <a:xfrm>
            <a:off x="5233360" y="3003649"/>
            <a:ext cx="6296860" cy="2192536"/>
          </a:xfrm>
          <a:prstGeom prst="roundRect">
            <a:avLst>
              <a:gd name="adj" fmla="val 3621"/>
            </a:avLst>
          </a:prstGeom>
          <a:solidFill>
            <a:srgbClr val="F2F2F2"/>
          </a:solidFill>
          <a:ln/>
        </p:spPr>
      </p:sp>
      <p:sp>
        <p:nvSpPr>
          <p:cNvPr id="5" name="Text 2"/>
          <p:cNvSpPr/>
          <p:nvPr/>
        </p:nvSpPr>
        <p:spPr>
          <a:xfrm>
            <a:off x="5460169" y="3192661"/>
            <a:ext cx="5843243"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model service took too long.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service at http://127.0.0.1:5062 did not answer within 5 seconds.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model service took too long.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 wall clock 21.3 s</a:t>
            </a:r>
            <a:endParaRPr lang="en-US" sz="1450" dirty="0"/>
          </a:p>
        </p:txBody>
      </p:sp>
      <p:sp>
        <p:nvSpPr>
          <p:cNvPr id="6" name="Text 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More retries is the wrong fix</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2547739"/>
            <a:ext cx="3504219" cy="261758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Retry helps when the problem might be temporary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never helps when the reply itself is wrong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Going from 1 retry to 3 takes 40 seconds to 80</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Thirty people, one model server, 149 minutes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 lines that find it in one command</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double serviceWorstCase = report.TimeoutSeconds * (report.Retries + 1);</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if (RequestTimeout.TotalSeconds &lt;= serviceWorstCase)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Console.WriteLine($"  This program gives up at {RequestTimeout.TotalSeconds:0.#} s");</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Console.WriteLine($"  and the service can take {serviceWorstCase:0.#} s. Raise the timeout.");</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five seconds felt right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web page that takes 5 seconds is broken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query that takes 5 seconds is broken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years of instinct says 5 seconds is generous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All of that instinct is wrong here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20387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3007420"/>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both numbers out of your own two programs</a:t>
            </a:r>
            <a:endParaRPr lang="en-US" sz="1850" dirty="0"/>
          </a:p>
        </p:txBody>
      </p:sp>
      <p:sp>
        <p:nvSpPr>
          <p:cNvPr id="6" name="Shape 4"/>
          <p:cNvSpPr/>
          <p:nvPr/>
        </p:nvSpPr>
        <p:spPr>
          <a:xfrm>
            <a:off x="6213915" y="3007420"/>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628480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6828163" y="3072309"/>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arithmetic in a comment beside each</a:t>
            </a:r>
            <a:endParaRPr lang="en-US" sz="1850" dirty="0"/>
          </a:p>
        </p:txBody>
      </p:sp>
      <p:sp>
        <p:nvSpPr>
          <p:cNvPr id="9" name="Shape 7"/>
          <p:cNvSpPr/>
          <p:nvPr/>
        </p:nvSpPr>
        <p:spPr>
          <a:xfrm>
            <a:off x="661475" y="4040882"/>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4105771"/>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Add the health warning to your client</a:t>
            </a:r>
            <a:endParaRPr lang="en-US" sz="1850" dirty="0"/>
          </a:p>
        </p:txBody>
      </p:sp>
      <p:sp>
        <p:nvSpPr>
          <p:cNvPr id="12" name="Shape 10"/>
          <p:cNvSpPr/>
          <p:nvPr/>
        </p:nvSpPr>
        <p:spPr>
          <a:xfrm>
            <a:off x="6213915" y="4040882"/>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628480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6828163" y="4105771"/>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make your model slow on purpose and watch</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2026-09-16T04:12:21Z</dcterms:created>
  <dcterms:modified xsi:type="dcterms:W3CDTF">2026-09-16T04:12:21Z</dcterms:modified>
</cp:coreProperties>
</file>